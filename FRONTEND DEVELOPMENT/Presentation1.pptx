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7-20 1138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3819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91440" y="62230"/>
            <a:ext cx="12031980" cy="6443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433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7965" y="102235"/>
            <a:ext cx="11846560" cy="66078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383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5420" y="101600"/>
            <a:ext cx="11939905" cy="66255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462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0510" y="76835"/>
            <a:ext cx="12067540" cy="66941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463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" y="153035"/>
            <a:ext cx="11746865" cy="63004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393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4020" y="135255"/>
            <a:ext cx="11652885" cy="6114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7-20 113908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5455" y="423545"/>
            <a:ext cx="11465560" cy="61550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lidiy</dc:creator>
  <cp:lastModifiedBy>Lidiya Pinapati</cp:lastModifiedBy>
  <cp:revision>1</cp:revision>
  <dcterms:created xsi:type="dcterms:W3CDTF">2026-07-20T06:19:16Z</dcterms:created>
  <dcterms:modified xsi:type="dcterms:W3CDTF">2026-07-20T06:19:17Z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C08EED1981994EAF82E30ED4E3783023_11</vt:lpwstr>
  </property>
</Properties>
</file>